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83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10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821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23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22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40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106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34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78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3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34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62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9AE3B-C18B-4AEC-B658-A3B56FBBE32D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F1F4E-F3F0-4CF3-B21D-FB88BDD0F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27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E029C-6A00-5B9B-EB2C-AE86331F5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비전 검사 포인트 목록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202450-32FF-9AC7-91FC-609F5C933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대상 차종</a:t>
            </a:r>
            <a:r>
              <a:rPr lang="en-US" altLang="ko-KR" dirty="0"/>
              <a:t>: NE1a &amp; ME1a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2025.08.07</a:t>
            </a:r>
          </a:p>
        </p:txBody>
      </p:sp>
    </p:spTree>
    <p:extLst>
      <p:ext uri="{BB962C8B-B14F-4D97-AF65-F5344CB8AC3E}">
        <p14:creationId xmlns:p14="http://schemas.microsoft.com/office/powerpoint/2010/main" val="220796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1F61F-4A87-10B1-88E8-0BD2AD64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8255"/>
            <a:ext cx="7886700" cy="819945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▣ 기본 컨셉</a:t>
            </a:r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41A3761A-A5F2-F2B8-CD69-57BBECCFA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838200"/>
            <a:ext cx="8801100" cy="6019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메인 디스플레이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파트 전면</a:t>
            </a:r>
            <a:r>
              <a:rPr lang="en-US" altLang="ko-KR" dirty="0"/>
              <a:t>/</a:t>
            </a:r>
            <a:r>
              <a:rPr lang="ko-KR" altLang="en-US" dirty="0"/>
              <a:t>후면</a:t>
            </a:r>
            <a:r>
              <a:rPr lang="en-US" altLang="ko-KR" dirty="0"/>
              <a:t>/</a:t>
            </a:r>
            <a:r>
              <a:rPr lang="ko-KR" altLang="en-US" dirty="0"/>
              <a:t>상하 대칭 총 </a:t>
            </a:r>
            <a:r>
              <a:rPr lang="en-US" altLang="ko-KR" dirty="0"/>
              <a:t>4</a:t>
            </a:r>
            <a:r>
              <a:rPr lang="ko-KR" altLang="en-US" dirty="0"/>
              <a:t>개의 화면으로 구성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육안으로 식별 가능한 위치에 표시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작업대 거치 시 반전 가능성 고려하여 상하 대칭도 표시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검사 포인트 확인 기능 개선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모든 검사 포인트에 대한 고유 번호 지정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ko-KR" altLang="en-US" dirty="0"/>
              <a:t> 검사 유형별 범례 적용 </a:t>
            </a:r>
            <a:r>
              <a:rPr lang="en-US" altLang="ko-KR" dirty="0"/>
              <a:t>(</a:t>
            </a:r>
            <a:r>
              <a:rPr lang="ko-KR" altLang="en-US" dirty="0"/>
              <a:t>원</a:t>
            </a:r>
            <a:r>
              <a:rPr lang="en-US" altLang="ko-KR" dirty="0"/>
              <a:t>, </a:t>
            </a:r>
            <a:r>
              <a:rPr lang="ko-KR" altLang="en-US" dirty="0"/>
              <a:t>사각형</a:t>
            </a:r>
            <a:r>
              <a:rPr lang="en-US" altLang="ko-KR" dirty="0"/>
              <a:t>, </a:t>
            </a:r>
            <a:r>
              <a:rPr lang="ko-KR" altLang="en-US" dirty="0"/>
              <a:t>삼각형</a:t>
            </a:r>
            <a:r>
              <a:rPr lang="en-US" altLang="ko-KR" dirty="0"/>
              <a:t>, </a:t>
            </a:r>
            <a:r>
              <a:rPr lang="ko-KR" altLang="en-US" dirty="0"/>
              <a:t>별표 등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NG </a:t>
            </a:r>
            <a:r>
              <a:rPr lang="ko-KR" altLang="en-US" dirty="0"/>
              <a:t>발생 시 해당 표식</a:t>
            </a:r>
            <a:r>
              <a:rPr lang="en-US" altLang="ko-KR" dirty="0"/>
              <a:t>+</a:t>
            </a:r>
            <a:r>
              <a:rPr lang="ko-KR" altLang="en-US" dirty="0"/>
              <a:t>빨간색 고유 번호 표시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이력 조회 기능 추가 개발 및 고유 번호에 대한 </a:t>
            </a:r>
            <a:r>
              <a:rPr lang="en-US" altLang="ko-KR" dirty="0"/>
              <a:t>NG </a:t>
            </a:r>
            <a:r>
              <a:rPr lang="ko-KR" altLang="en-US" dirty="0"/>
              <a:t>필터 기능 구현</a:t>
            </a: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NG </a:t>
            </a:r>
            <a:r>
              <a:rPr lang="ko-KR" altLang="en-US" dirty="0"/>
              <a:t>디스플레이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NG </a:t>
            </a:r>
            <a:r>
              <a:rPr lang="ko-KR" altLang="en-US" dirty="0"/>
              <a:t>발생 시 </a:t>
            </a:r>
            <a:r>
              <a:rPr lang="en-US" altLang="ko-KR" dirty="0"/>
              <a:t>OK</a:t>
            </a:r>
            <a:r>
              <a:rPr lang="ko-KR" altLang="en-US" dirty="0"/>
              <a:t> 마스터 이미지 동시 표시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필수 사전 준비 사항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모든 모델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NG </a:t>
            </a:r>
            <a:r>
              <a:rPr lang="ko-KR" altLang="en-US" dirty="0"/>
              <a:t>유형별 마스터 제품 준비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 </a:t>
            </a:r>
            <a:r>
              <a:rPr lang="ko-KR" altLang="en-US" dirty="0"/>
              <a:t>검사 리스트 작성</a:t>
            </a:r>
            <a:r>
              <a:rPr lang="en-US" altLang="ko-KR" dirty="0"/>
              <a:t>(</a:t>
            </a:r>
            <a:r>
              <a:rPr lang="ko-KR" altLang="en-US" dirty="0"/>
              <a:t>실물 사진 첨부</a:t>
            </a:r>
            <a:r>
              <a:rPr lang="en-US" altLang="ko-KR" dirty="0"/>
              <a:t>)</a:t>
            </a:r>
            <a:r>
              <a:rPr lang="ko-KR" altLang="en-US" dirty="0"/>
              <a:t> 및 셋업 진행 모든 과정에서 관련 부서 입회</a:t>
            </a:r>
          </a:p>
        </p:txBody>
      </p:sp>
    </p:spTree>
    <p:extLst>
      <p:ext uri="{BB962C8B-B14F-4D97-AF65-F5344CB8AC3E}">
        <p14:creationId xmlns:p14="http://schemas.microsoft.com/office/powerpoint/2010/main" val="411849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C13C-A5B7-DBD4-1A33-DA4E6453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 descr="자동차 부품, 축적 모형, 자동차, 기차이(가) 표시된 사진&#10;&#10;자동 생성된 설명">
            <a:extLst>
              <a:ext uri="{FF2B5EF4-FFF2-40B4-BE49-F238E27FC236}">
                <a16:creationId xmlns:a16="http://schemas.microsoft.com/office/drawing/2014/main" id="{2C2AB52C-EF02-8CDB-167E-98EC0A995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4572000" cy="1865348"/>
          </a:xfrm>
        </p:spPr>
      </p:pic>
      <p:pic>
        <p:nvPicPr>
          <p:cNvPr id="11" name="그림 10" descr="자동차이(가) 표시된 사진&#10;&#10;자동 생성된 설명">
            <a:extLst>
              <a:ext uri="{FF2B5EF4-FFF2-40B4-BE49-F238E27FC236}">
                <a16:creationId xmlns:a16="http://schemas.microsoft.com/office/drawing/2014/main" id="{83EF4DB7-298B-DFE5-2A10-DECE1EE5D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9224"/>
            <a:ext cx="4572000" cy="1909823"/>
          </a:xfrm>
          <a:prstGeom prst="rect">
            <a:avLst/>
          </a:prstGeom>
        </p:spPr>
      </p:pic>
      <p:pic>
        <p:nvPicPr>
          <p:cNvPr id="12" name="내용 개체 틀 8" descr="자동차 부품, 축적 모형, 자동차, 기차이(가) 표시된 사진&#10;&#10;자동 생성된 설명">
            <a:extLst>
              <a:ext uri="{FF2B5EF4-FFF2-40B4-BE49-F238E27FC236}">
                <a16:creationId xmlns:a16="http://schemas.microsoft.com/office/drawing/2014/main" id="{DF2A2071-2D73-94E0-7E43-751A91D9D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572000" y="3429000"/>
            <a:ext cx="4572000" cy="1865348"/>
          </a:xfrm>
          <a:prstGeom prst="rect">
            <a:avLst/>
          </a:prstGeom>
        </p:spPr>
      </p:pic>
      <p:pic>
        <p:nvPicPr>
          <p:cNvPr id="13" name="그림 12" descr="자동차이(가) 표시된 사진&#10;&#10;자동 생성된 설명">
            <a:extLst>
              <a:ext uri="{FF2B5EF4-FFF2-40B4-BE49-F238E27FC236}">
                <a16:creationId xmlns:a16="http://schemas.microsoft.com/office/drawing/2014/main" id="{2E3DB38F-5EF7-C413-FBC3-951E1E69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572000" y="1419224"/>
            <a:ext cx="4572000" cy="190982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B712D686-88F4-87EE-A315-49602EE5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9" y="18255"/>
            <a:ext cx="8620125" cy="819945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▣ 메인</a:t>
            </a:r>
            <a:r>
              <a:rPr lang="en-US" altLang="ko-KR" sz="4000" b="1" dirty="0"/>
              <a:t> </a:t>
            </a:r>
            <a:r>
              <a:rPr lang="ko-KR" altLang="en-US" sz="4000" b="1" dirty="0"/>
              <a:t>화면 </a:t>
            </a:r>
            <a:r>
              <a:rPr lang="en-US" altLang="ko-KR" sz="4000" b="1" dirty="0"/>
              <a:t>- NE1a NON-HUD </a:t>
            </a:r>
            <a:r>
              <a:rPr lang="ko-KR" altLang="en-US" sz="4000" b="1" dirty="0"/>
              <a:t>예시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FBFCB3F-4DFF-D277-4FD9-12AA8A1260DC}"/>
              </a:ext>
            </a:extLst>
          </p:cNvPr>
          <p:cNvSpPr/>
          <p:nvPr/>
        </p:nvSpPr>
        <p:spPr>
          <a:xfrm>
            <a:off x="809624" y="4581525"/>
            <a:ext cx="352425" cy="3524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3FA812-0332-3145-D794-520E4557F7FA}"/>
              </a:ext>
            </a:extLst>
          </p:cNvPr>
          <p:cNvSpPr/>
          <p:nvPr/>
        </p:nvSpPr>
        <p:spPr>
          <a:xfrm>
            <a:off x="4962525" y="4581524"/>
            <a:ext cx="323850" cy="3524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8" name="별: 꼭짓점 6개 7">
            <a:extLst>
              <a:ext uri="{FF2B5EF4-FFF2-40B4-BE49-F238E27FC236}">
                <a16:creationId xmlns:a16="http://schemas.microsoft.com/office/drawing/2014/main" id="{62EA76C3-EC94-331E-80EF-0E684B4566D7}"/>
              </a:ext>
            </a:extLst>
          </p:cNvPr>
          <p:cNvSpPr/>
          <p:nvPr/>
        </p:nvSpPr>
        <p:spPr>
          <a:xfrm>
            <a:off x="66675" y="1945511"/>
            <a:ext cx="428624" cy="428624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/>
              <a:t>39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C2D2635-6EFE-DD99-E13D-EBEFB3FA6EEA}"/>
              </a:ext>
            </a:extLst>
          </p:cNvPr>
          <p:cNvSpPr/>
          <p:nvPr/>
        </p:nvSpPr>
        <p:spPr>
          <a:xfrm>
            <a:off x="171449" y="5438776"/>
            <a:ext cx="352425" cy="3524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190F61-BF70-BDA3-CFD1-04D019CC3285}"/>
              </a:ext>
            </a:extLst>
          </p:cNvPr>
          <p:cNvSpPr/>
          <p:nvPr/>
        </p:nvSpPr>
        <p:spPr>
          <a:xfrm>
            <a:off x="200024" y="5935629"/>
            <a:ext cx="323850" cy="3524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별: 꼭짓점 6개 14">
            <a:extLst>
              <a:ext uri="{FF2B5EF4-FFF2-40B4-BE49-F238E27FC236}">
                <a16:creationId xmlns:a16="http://schemas.microsoft.com/office/drawing/2014/main" id="{3C7D2A72-5483-4D51-C78B-5829D1948386}"/>
              </a:ext>
            </a:extLst>
          </p:cNvPr>
          <p:cNvSpPr/>
          <p:nvPr/>
        </p:nvSpPr>
        <p:spPr>
          <a:xfrm>
            <a:off x="152398" y="6389719"/>
            <a:ext cx="342901" cy="428624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593913AF-EE8B-65D2-8B81-A056E0F69EA1}"/>
              </a:ext>
            </a:extLst>
          </p:cNvPr>
          <p:cNvSpPr txBox="1">
            <a:spLocks/>
          </p:cNvSpPr>
          <p:nvPr/>
        </p:nvSpPr>
        <p:spPr>
          <a:xfrm>
            <a:off x="533398" y="5458584"/>
            <a:ext cx="771528" cy="35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/>
              <a:t>BOLT</a:t>
            </a:r>
            <a:endParaRPr lang="ko-KR" altLang="en-US" sz="1600" b="1" dirty="0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6387235C-B9CD-AF21-2F26-94965F0121CC}"/>
              </a:ext>
            </a:extLst>
          </p:cNvPr>
          <p:cNvSpPr txBox="1">
            <a:spLocks/>
          </p:cNvSpPr>
          <p:nvPr/>
        </p:nvSpPr>
        <p:spPr>
          <a:xfrm>
            <a:off x="533398" y="5935628"/>
            <a:ext cx="771528" cy="35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/>
              <a:t>CLIP</a:t>
            </a:r>
            <a:endParaRPr lang="ko-KR" altLang="en-US" sz="1600" b="1" dirty="0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30AA6D19-5C83-5918-9BF4-849E5FFC99FD}"/>
              </a:ext>
            </a:extLst>
          </p:cNvPr>
          <p:cNvSpPr txBox="1">
            <a:spLocks/>
          </p:cNvSpPr>
          <p:nvPr/>
        </p:nvSpPr>
        <p:spPr>
          <a:xfrm>
            <a:off x="533398" y="6409528"/>
            <a:ext cx="952502" cy="35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/>
              <a:t>COLOR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6904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152</Words>
  <Application>Microsoft Office PowerPoint</Application>
  <PresentationFormat>Letter 용지(8.5x11in)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테마</vt:lpstr>
      <vt:lpstr>비전 검사 포인트 목록</vt:lpstr>
      <vt:lpstr>▣ 기본 컨셉</vt:lpstr>
      <vt:lpstr>▣ 메인 화면 - NE1a NON-HUD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Kim</dc:creator>
  <cp:lastModifiedBy>Bo Kim</cp:lastModifiedBy>
  <cp:revision>2</cp:revision>
  <dcterms:created xsi:type="dcterms:W3CDTF">2025-08-07T19:30:01Z</dcterms:created>
  <dcterms:modified xsi:type="dcterms:W3CDTF">2025-08-07T20:07:24Z</dcterms:modified>
</cp:coreProperties>
</file>